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 autoAdjust="0"/>
    <p:restoredTop sz="94714" autoAdjust="0"/>
  </p:normalViewPr>
  <p:slideViewPr>
    <p:cSldViewPr>
      <p:cViewPr varScale="1">
        <p:scale>
          <a:sx n="76" d="100"/>
          <a:sy n="76" d="100"/>
        </p:scale>
        <p:origin x="712" y="2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847D4D-0EDE-1343-849E-6F51E029E5FB}" type="datetimeFigureOut">
              <a:rPr lang="en-US" smtClean="0"/>
              <a:t>8/31/26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22E15C-BF08-684A-AEE7-3DFCE2480B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760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22E15C-BF08-684A-AEE7-3DFCE2480B9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2373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08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9737"/>
            <a:ext cx="18288000" cy="10275570"/>
          </a:xfrm>
          <a:custGeom>
            <a:avLst/>
            <a:gdLst/>
            <a:ahLst/>
            <a:cxnLst/>
            <a:rect l="l" t="t" r="r" b="b"/>
            <a:pathLst>
              <a:path w="18288000" h="10275570">
                <a:moveTo>
                  <a:pt x="0" y="0"/>
                </a:moveTo>
                <a:lnTo>
                  <a:pt x="18288000" y="0"/>
                </a:lnTo>
                <a:lnTo>
                  <a:pt x="18288000" y="10275570"/>
                </a:lnTo>
                <a:lnTo>
                  <a:pt x="0" y="102755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08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67703" cy="10287000"/>
          </a:xfrm>
          <a:custGeom>
            <a:avLst/>
            <a:gdLst/>
            <a:ahLst/>
            <a:cxnLst/>
            <a:rect l="l" t="t" r="r" b="b"/>
            <a:pathLst>
              <a:path w="18267703" h="10287000">
                <a:moveTo>
                  <a:pt x="0" y="0"/>
                </a:moveTo>
                <a:lnTo>
                  <a:pt x="18267703" y="0"/>
                </a:lnTo>
                <a:lnTo>
                  <a:pt x="1826770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08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67703" cy="10287000"/>
          </a:xfrm>
          <a:custGeom>
            <a:avLst/>
            <a:gdLst/>
            <a:ahLst/>
            <a:cxnLst/>
            <a:rect l="l" t="t" r="r" b="b"/>
            <a:pathLst>
              <a:path w="18267703" h="10287000">
                <a:moveTo>
                  <a:pt x="0" y="0"/>
                </a:moveTo>
                <a:lnTo>
                  <a:pt x="18267703" y="0"/>
                </a:lnTo>
                <a:lnTo>
                  <a:pt x="1826770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08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98430"/>
          </a:xfrm>
          <a:custGeom>
            <a:avLst/>
            <a:gdLst/>
            <a:ahLst/>
            <a:cxnLst/>
            <a:rect l="l" t="t" r="r" b="b"/>
            <a:pathLst>
              <a:path w="18288000" h="10298430">
                <a:moveTo>
                  <a:pt x="0" y="0"/>
                </a:moveTo>
                <a:lnTo>
                  <a:pt x="18288000" y="0"/>
                </a:lnTo>
                <a:lnTo>
                  <a:pt x="18288000" y="10298430"/>
                </a:lnTo>
                <a:lnTo>
                  <a:pt x="0" y="102984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08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47450" cy="10287000"/>
          </a:xfrm>
          <a:custGeom>
            <a:avLst/>
            <a:gdLst/>
            <a:ahLst/>
            <a:cxnLst/>
            <a:rect l="l" t="t" r="r" b="b"/>
            <a:pathLst>
              <a:path w="18247450" h="10287000">
                <a:moveTo>
                  <a:pt x="0" y="0"/>
                </a:moveTo>
                <a:lnTo>
                  <a:pt x="18247450" y="0"/>
                </a:lnTo>
                <a:lnTo>
                  <a:pt x="1824745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08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98430"/>
          </a:xfrm>
          <a:custGeom>
            <a:avLst/>
            <a:gdLst/>
            <a:ahLst/>
            <a:cxnLst/>
            <a:rect l="l" t="t" r="r" b="b"/>
            <a:pathLst>
              <a:path w="18288000" h="10298430">
                <a:moveTo>
                  <a:pt x="0" y="0"/>
                </a:moveTo>
                <a:lnTo>
                  <a:pt x="18288000" y="0"/>
                </a:lnTo>
                <a:lnTo>
                  <a:pt x="18288000" y="10298430"/>
                </a:lnTo>
                <a:lnTo>
                  <a:pt x="0" y="102984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08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</TotalTime>
  <Words>1</Words>
  <Application>Microsoft Macintosh PowerPoint</Application>
  <PresentationFormat>Custom</PresentationFormat>
  <Paragraphs>1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Purple Futuristic Gradient Tech Club Presentation</dc:title>
  <cp:lastModifiedBy>ARYANSH AGARWAL</cp:lastModifiedBy>
  <cp:revision>3</cp:revision>
  <dcterms:created xsi:type="dcterms:W3CDTF">2006-08-16T00:00:00Z</dcterms:created>
  <dcterms:modified xsi:type="dcterms:W3CDTF">2026-08-31T17:54:24Z</dcterms:modified>
  <dc:identifier>DAHTSxmpddg</dc:identifier>
</cp:coreProperties>
</file>